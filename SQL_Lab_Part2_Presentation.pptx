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of the SQL summative lab: exploration of the IMDB movie database using SQL and pandas.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Genres are comma-separated, so each movie was split into one row per genre before grouping. Runtime and genre nulls were excluded, not filled.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Follow-up analysis: join directors/principals to test whether talent explains rating differences, and split by year to check stability.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tasks were identified but not performed, per the assignment.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Audiences Reward?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exploration of IMDB movies, 2010-2019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exploratory findings, business question, and data cleaning plan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exploration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344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65,720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057400" y="1234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analysed (2010-2019, with rating, genre and runtime)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423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1,063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4231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dated after 2019, excluded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3291840" cy="1005840"/>
          </a:xfrm>
          <a:prstGeom prst="roundRect">
            <a:avLst>
              <a:gd name="adj" fmla="val 9091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6118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6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36118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IMDB rating across the set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18872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Documentary, Biography, History and Sport rate highest; Horror (about 4.9), Sci-Fi and Thriller rate lowest.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top-rated genres have tiny audiences (median 21 votes for Documentary), so low-vote ratings are unreliable.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films get far more votes: median 12 votes at 60 minutes or less vs about 229 at 150+ minutes.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is stable at about 6.3 across 2010-2018.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Genre quality vs. engagement</a:t>
            </a:r>
            <a:endParaRPr lang="en-US" sz="3000" dirty="0"/>
          </a:p>
        </p:txBody>
      </p:sp>
      <p:pic>
        <p:nvPicPr>
          <p:cNvPr id="3" name="Image 0" descr="Scatter plot of average rating vs median votes by gen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394960" cy="3429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0" y="1051560"/>
            <a:ext cx="2834640" cy="3429000"/>
          </a:xfrm>
          <a:prstGeom prst="roundRect">
            <a:avLst>
              <a:gd name="adj" fmla="val 3226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188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question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600200"/>
            <a:ext cx="2514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genres should a studio or streaming service prioritize: those that combine high ratings with strong engagement, or high-volume genres like Drama and Comedy? Does a longer runtime help?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with 1,000+ votes; genres with 100+ movies. Documentary, Biography and Animation rate well; Adventure, Fantasy and Sci-Fi draw the most votes but rate below average; Horror is lowest.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tasks identified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Out-of-range years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270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1,063 movies start after 2019 (even 2115); filter them out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270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31,739 missing runtimes, 5,408 missing genres; drop, do not fill. Only 73,856 of 146,144 movies have a rating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Multi-valued genres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157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59,378 rows store several genres in one text field; split to one row per genre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33172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outliers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7157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from 1 to 51,420 minutes; set sensible bounds, separate shorts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Low-vote ratings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044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45,103 ratings rest on under 100 votes; apply a minimum vote threshold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520440"/>
            <a:ext cx="4023360" cy="1051560"/>
          </a:xfrm>
          <a:prstGeom prst="roundRect">
            <a:avLst>
              <a:gd name="adj" fmla="val 8696"/>
            </a:avLst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6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and titles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9044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 for years; 14,504 titles differ from original; check duplicates in link tables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7863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cleaning list, then rerun the genre and runtime analysis.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directors and principals to test whether talent explains rating differences.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release year to check whether the genre pattern holds across the decade.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Industry SQL Exploration</dc:title>
  <dc:subject>PptxGenJS Presentation</dc:subject>
  <dc:creator>PptxGenJS</dc:creator>
  <cp:lastModifiedBy>PptxGenJS</cp:lastModifiedBy>
  <cp:revision>1</cp:revision>
  <dcterms:created xsi:type="dcterms:W3CDTF">2026-10-29T11:25:49Z</dcterms:created>
  <dcterms:modified xsi:type="dcterms:W3CDTF">2026-10-29T11:25:49Z</dcterms:modified>
</cp:coreProperties>
</file>